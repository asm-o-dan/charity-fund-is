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ГОУ «ПРИДНЕСТРОВСКИЙ ГОСУДАРСТВЕННЫЙ УНИВЕРСИТЕТ ИМ. Т.Г. ШЕВЧЕНКО»</a:t>
            </a:r>
            <a:br/>
            <a:r>
              <a:t>ФИЗИКО-ТЕХНИЧЕСКИЙ ИНСТИТУТ • КАФЕДРА ПОВТ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ИНФОРМАЦИОННАЯ СИСТЕМА</a:t>
            </a:r>
            <a:br/>
            <a:r>
              <a:t>«БЛАГОТВОРИТЕЛЬНЫЙ ФОНД»</a:t>
            </a:r>
          </a:p>
          <a:p>
            <a:pPr algn="ctr">
              <a:spcBef>
                <a:spcPts val="800"/>
              </a:spcBef>
              <a:defRPr sz="1600">
                <a:solidFill>
                  <a:srgbClr val="F59E0B"/>
                </a:solidFill>
                <a:latin typeface="Segoe UI"/>
              </a:defRPr>
            </a:pPr>
            <a:r>
              <a:t>Отчет по технологической (проектно-технологической) практике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43891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ИСПОЛНИТЕЛЬ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Студент 2 курса, группа ФТ24ДР62ПИ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Направление 09.03.04 «Программная инженерия»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Афанасьев М.А.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Очная форма обучения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43891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РУКОВОДИТЕЛИ ПРАКТИКИ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От организации: зав. кафедрой ПОВТ Помян С.В.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От университета: ст. преп. Терещенко Е.В.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Место: УВЦ ФТИ ПГУ им. Т.Г. Шевченко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Тирасполь, 2026 год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Актуальность и целеполагание разработки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ПРОБЛЕМАТИКА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Ручной учет в разрозненных таблицах Excel и бумажных журналах.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Риск потери данных о целевом назначении пожертвований.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Отсутствие оперативного баланса между поступлениями и тратами фонда.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Сложность формирования быстрой регламентированной аналитической отчетности.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ЦЕЛЬ РАЗРАБОТКИ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Создание высокопроизводительной настольной информационной системы на C# (.NET 8 Windows Forms).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Обеспечение абсолютной прозрачности каждого поступившего и израсходованного рубля.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Автоматизация учета доноров, проектов, пожертвований и получателей помощи.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Мгновенное формирование 5 аналитических отчетов.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ПРАКТИЧЕСКАЯ ПОЛЬЗА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Исключение ошибок человеческого фактора благодаря валидации.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Триггерная синхронизация собранных сумм в MS SQL Server.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Легкая адаптация под любую благотворительную организацию.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Подготовка к защите практики на кафедре ПОВТ.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Информационная модель и сущности предметной области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60A5FA"/>
                </a:solidFill>
                <a:latin typeface="Segoe UI"/>
              </a:defRPr>
            </a:pPr>
            <a:r>
              <a:t>Категории (Categories)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Классификатор программ (детское здоровье, поддержка ветеранов, сироты, экология).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60A5FA"/>
                </a:solidFill>
                <a:latin typeface="Segoe UI"/>
              </a:defRPr>
            </a:pPr>
            <a:r>
              <a:t>Доноры (Donors)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Физические, юридические лица и анонимные благотворители. Контакты, реквизиты, история.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60A5FA"/>
                </a:solidFill>
                <a:latin typeface="Segoe UI"/>
              </a:defRPr>
            </a:pPr>
            <a:r>
              <a:t>Проекты (Projects)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Целевые сборы фонда: название, бюджет (TargetAmount), собрано (CurrentAmount), даты, статус.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Пожертвования (Donations)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Транзакции взносов: привязка донора к проекту, сумма (&gt;0), дата, способ оплаты (карта, банк, наличные).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Получатели (Recipients)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Нуждающиеся граждане и учреждения: социальный статус, описание трудной ситуации, контакты.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Расходы (Expenses)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Целевое списание средств по проектам: покупка лекарств, оборудования, оплата операций, ответственный.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Схема базы данных CharityFundDB и целостность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АРХИТЕКТУРА БАЗЫ ДАННЫХ (3НФ)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Categories (Id, Name, Description) — PK, UNIQUE Name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Donors (Id, FullName, DonorType, Phone, Email, Address, RegistrationDate)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Projects (Id, Name, CategoryId, TargetAmount, CurrentAmount, Dates, Status) — FK к Categories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Donations (Id, DonorId, ProjectId, Amount, DonationDate, PaymentMethod) — FK к Donors и Projects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Recipients (Id, FullName, CategoryId, Phone, Address, NeedDescription, Status) — FK к Categories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Expenses (Id, ProjectId, RecipientId, Amount, ExpenseDate, Purpose, ResponsiblePerson) — FK к Projects и Recipients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ОГРАНИЧЕНИЯ И СРЕДСТВА ЦЕЛОСТНОСТИ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Первичные ключи (PRIMARY KEY): суррогатные ключи INT IDENTITY(1,1).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Внешние ключи (FOREIGN KEY): целостность связей 1:M с правилами каскадного обновления.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Ограничения CHECK: Amount &gt; 0, TargetAmount &gt; 0, EndDate &gt;= StartDate, списки допустимых статусов.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SQL-триггер TR_Donations_UpdateCurrentAmount: автоматический пересчет Projects.CurrentAmount при любых INSERT/UPDATE/DELETE.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5 аналитических представлений (VIEW): инкапсуляция сложных многотабличных JOIN-запросов.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Архитектура программного комплекса и доступ к данным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СЛОЙ ПРЕДСТАВЛЕНИЯ (UI)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Платформа: .NET 8 (Windows Forms).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Главная форма MainForm с удобной навигацией по 7 разделам.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Модальные формы добавления и редактирования записей.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Мгновенный контекстный поиск и фильтрация данных в DataGridView.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Окно настроек подключения к SQL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ДОСТУП К ДАННЫМ (ADO.NET)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Библиотека Microsoft.Data.SqlClient.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Прозрачный класс DatabaseHelper: методы ExecuteQuery, ExecuteNonQuery, ExecuteScalar.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Строго параметризованные запросы (SqlParameter): 100% защита от SQL Injection.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Отсутствие скрытой магии ORM: абсолютная ясность кода для защиты на кафедре.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Репозитории по каждой предметной области.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СЕРВИСНЫЙ УРОВЕНЬ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Класс ExportService: потоковый экспорт таблиц в формат CSV.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Кодировка UTF-8 с маркером BOM для автоматического открытия в Microsoft Excel.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Автоматическая валидация обязательных полей при вводе.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Индикация сетевого статуса подключения к БД.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Эргономика и возможности пользовательского интерфейса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СТРУКТУРА ГЛАВНОГО ОКНА (MAINFORM)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1. Верхняя панель (Top Header): наименование системы, сведения об авторе, кнопки «🔄 Обновить всё» и «⚙️ Настройки БД».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2. Вкладочная навигация (7 разделов): Доноры, Проекты, Категории, Пожертвования, Получатели, Расходы, Аналитика.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3. Интерактивные таблицы DataGridView с чередующимися цветами строк для удобства чтения оператором.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4. Панели управления: контекстный поиск, фильтры по статусам, фильтры по датам (DateTimePicker).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5. Нижняя статусная строка: состояние БД, имя сервера и подсказки.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УДОБСТВО ОПЕРАТОРА И ЗАЩИТА ОТ ОШИБОК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Выпадающие списки (ComboBox) с автоподстановкой внешних ключей (нет необходимости вручную вводить ID).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Блокировка отрицательных и нулевых сумм финансовой помощи.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Диалоги подтверждения перед удалением критически важных записей.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Подсчет и отображение суммарных показателей (всего собрано, всего потрачено, баланс фонда) в реальном времени.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Возможность развернуть БД прямо из приложения кнопкой «Инициализировать БД».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Реализация 5 обязательных аналитических запросов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Сумма пожертвований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Сводная ведомость сборов по проектам: общая сумма, количество взносов, даты первого/последнего пожертвования, фильтр по диапазону дат.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60A5FA"/>
                </a:solidFill>
                <a:latin typeface="Segoe UI"/>
              </a:defRPr>
            </a:pPr>
            <a:r>
              <a:t>2. Активные проекты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Мониторинг текущих программ со статусом «Активен»: целевой бюджет, фактически собрано, процент выполнения цели и сумма к добору.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3. Крупнейшие доноры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Рейтинг ТОП-благотворителей (физ. и юр. лица) по совокупной сумме взносов с отображением даты последнего перевода.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60A5FA"/>
                </a:solidFill>
                <a:latin typeface="Segoe UI"/>
              </a:defRPr>
            </a:pPr>
            <a:r>
              <a:t>4. Расходы фонда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Финансовый баланс программ: собрано, израсходовано, текущий свободный остаток средств и детальный журнал списаний.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5. Помощь по категориям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Анализ эффективности работы фонда по направлениям: охват проектов, количество получателей помощи, объем привлеченных и потраченных средств.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Финансовый баланс фонда и целевое расходование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ПОСТУПЛЕНИЯ (ДОХОДЫ)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Аккумуляция взносов от физических лиц, компаний-меценатов и анонимных дарителей.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Поддержка всех популярных способов оплаты: банковские переводы, карты, наличные.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Строгая привязка каждого платежа к конкретной благотворительной программе.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Автоматический рост прогресса сбора проекта через SQL-триггер.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ЦЕЛЕВЫЕ РАСХОДЫ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Прозрачное списание средств строго в рамках утвержденного бюджета проекта.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Персонализированная привязка расходов к конкретным благополучателям.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Фиксация ответственного сотрудника фонда за каждую расходную операцию.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Исключение нецелевого расходования пожертвованных средств.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ТЕКУЩИЙ ОСТАТОК (БАЛАНС)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Мгновенный расчет формулы:</a:t>
            </a:r>
            <a:br/>
            <a:r>
              <a:t>  Баланс = Собрано - Израсходовано.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Предотвращение кассовых разрывов и перерасхода бюджетов программ.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Экспорт сводного финансового отчета в CSV для аудиторов и попечителей.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Полное соответствие требованиям некоммерческой отчетности.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Порядок запуска, развертывания и демонстрации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Шаг 1: Развертывание базы данных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Запуск скрипта CharityFund_CreateDB.sql в SSMS либо нажатие кнопки «Инициализировать БД из скрипта» в окне настроек приложения. Создаются все таблицы, триггер, представления и демо-данные.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Шаг 2: Настройка строки подключения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В файле App.config задана строка подключения к SQL Server (Server=localhost или (localdb)\mssqllocaldb;Database=CharityFundDB;Trusted_Connection=True;). Возможно горячее изменение в окне настроек.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Шаг 3: Запуск и демонстрация операций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Сборка и запуск CharityFundApp.exe через Visual Studio 2022 или команду dotnet run. Демонстрация добавления донора, регистрации взноса, обновления прогресса сбора и списания расхода.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Шаг 4: Демонстрация 5 аналитических отчетов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Переход на вкладку «📊 Аналитика и Отчеты», выбор каждого из 5 отчетов, показ динамического расчета сумм, процентов и остатков, демонстрация экспорта отчета в CSV.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ИНФОРМАЦИОННАЯ СИСТЕМА «БЛАГОТВОРИТЕЛЬНЫЙ ФОНД»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Результаты выполнения технологической практики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ДОСТИГНУТЫЕ РЕЗУЛЬТАТЫ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Разработана и развернута полнофункциональная реляционная база данных CharityFundDB в MS SQL Server.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Создано настольное приложение Windows Forms на платформе .NET 8 (C# 12).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Реализован прозрачный и безопасный слой доступа к данным на классическом ADO.NET (параметризованные запросы).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Реализованы все операции добавления, редактирования и удаления (CRUD) для всех 6 таблиц.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В полном объеме реализованы 5 обязательных аналитических выборок с функцией экспорта в CSV.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Подготовлен развернутый академический отчет по практике и комплект документации.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ОЦЕНКА И ГОТОВНОСТЬ К ЗАЩИТЕ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Код проекта полностью прозрачен, структурирован и свободен от сторонней магии сложных ORM.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Любая строчка кода легко комментируется и объясняется перед экзаменационной комиссией кафедры ПОВТ.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Проект собирается с 0 ошибок и 0 предупреждений через dotnet build.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Решение готово к показу на локальном компьютере или сервере кафедры.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Студент Афанасьев М.А. готов к защите практики на «Отлично»!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СПАСИБО ЗА ВНИМАНИЕ!</a:t>
            </a:r>
          </a:p>
          <a:p>
            <a:pPr algn="ctr">
              <a:spcBef>
                <a:spcPts val="1400"/>
              </a:spcBef>
              <a:defRPr sz="2000">
                <a:solidFill>
                  <a:srgbClr val="60A5FA"/>
                </a:solidFill>
                <a:latin typeface="Segoe UI"/>
              </a:defRPr>
            </a:pPr>
            <a:r>
              <a:t>Готов ответить на вопросы комиссии</a:t>
            </a:r>
          </a:p>
          <a:p>
            <a:pPr algn="ctr">
              <a:spcBef>
                <a:spcPts val="20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Разработчик: Афанасьев М.А., студент гр. ФТ24ДР62ПИ</a:t>
            </a:r>
            <a:br/>
            <a:r>
              <a:t>ГОУ «ПГУ им. Т.Г. Шевченко», Тирасполь, 2026 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