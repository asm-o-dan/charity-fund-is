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097280"/>
            <a:ext cx="13716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10058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1300" b="1">
                <a:solidFill>
                  <a:srgbClr val="10B981"/>
                </a:solidFill>
                <a:latin typeface="Segoe UI"/>
              </a:defRPr>
            </a:pPr>
            <a:r>
              <a:t>ГОУ «ПРИДНЕСТРОВСКИЙ ГОСУДАРСТВЕННЫЙ УНИВЕРСИТЕТ им. Т.Г. ШЕВЧЕНКО»</a:t>
            </a:r>
            <a:br/>
            <a:r>
              <a:t>ФИЗИКО-ТЕХНИЧЕСКИЙ ИНСТИТУТ • КАФЕДРА ПОВТ</a:t>
            </a:r>
          </a:p>
          <a:p>
            <a:pPr>
              <a:spcAft>
                <a:spcPts val="1200"/>
              </a:spcAft>
              <a:defRPr sz="3200" b="1">
                <a:solidFill>
                  <a:srgbClr val="FFFFFF"/>
                </a:solidFill>
                <a:latin typeface="Segoe UI"/>
              </a:defRPr>
            </a:pPr>
            <a:r>
              <a:t>ИНФОРМАЦИОННАЯ СИСТЕМА</a:t>
            </a:r>
            <a:br/>
            <a:r>
              <a:t>«БЛАГОТВОРИТЕЛЬНЫЙ ФОНД»</a:t>
            </a:r>
          </a:p>
          <a:p>
            <a:pPr>
              <a:defRPr sz="1600">
                <a:solidFill>
                  <a:srgbClr val="CBD5E1"/>
                </a:solidFill>
                <a:latin typeface="Segoe UI"/>
              </a:defRPr>
            </a:pPr>
            <a:r>
              <a:t>Отчет по технологической (проектно-технологической) практике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062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FFFFFF"/>
                </a:solidFill>
                <a:latin typeface="Segoe UI"/>
              </a:defRPr>
            </a:pPr>
            <a:r>
              <a:t>Выполнил: Афанасьев М.А., студент 2 курса группы ФТ24ДР62ПИ</a:t>
            </a:r>
            <a:br/>
            <a:r>
              <a:t>Направление: 09.03.04 «Программная инженерия» (профиль «Разработка ПИС»)</a:t>
            </a:r>
          </a:p>
          <a:p>
            <a:pPr>
              <a:spcAft>
                <a:spcPts val="800"/>
              </a:spcAft>
              <a:defRPr sz="1200">
                <a:solidFill>
                  <a:srgbClr val="94A3B8"/>
                </a:solidFill>
                <a:latin typeface="Segoe UI"/>
              </a:defRPr>
            </a:pPr>
            <a:r>
              <a:t>Руководитель от профильной организации: зав. кафедрой ПОВТ Помян С.В.</a:t>
            </a:r>
            <a:br/>
            <a:r>
              <a:t>Руководитель от университета: ст. преподаватель Е.В. Терещенко</a:t>
            </a:r>
          </a:p>
          <a:p>
            <a:pPr>
              <a:defRPr sz="1200" b="1">
                <a:solidFill>
                  <a:srgbClr val="F59E0B"/>
                </a:solidFill>
                <a:latin typeface="Segoe UI"/>
              </a:defRPr>
            </a:pPr>
            <a:r>
              <a:t>Тирасполь, 2026 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Актуальность и цель разработки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Актуальность темы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Необходимость строгой финансовой прозрачности некоммерческих благотворительных фондов.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Требование персонального учета каждого поступившего взноса и целевого сопоставления с проектами.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Исключение нецелевого расходования средств: каждый акт расхода привязывается к первичному документу (чеку, акту, накладной).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Преодоление разрозненности Excel-файлов за счет централизованной реляционной БД MS SQL Server.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Предоставление оперативной аналитики для попечительского совета и публичной отчетности.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Цель и ключевые задачи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Разработка настольного программного комплекса на платформе .NET 8 (Windows Forms / C#).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Проектирование нормализованной реляционной базы данных «CharityFundDB» в MS SQL Server.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Реализация прямого, быстрого и защищенного доступа к данным через чистый ADO.NET (Microsoft.Data.SqlClient).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Обеспечение транзакционной целостности при проведении пожертвований и списаний.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Построение 5 регламентированных аналитических отчетов согласно индивидуальному заданию практики.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Сущности предметной области (ER-модель)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1. Доноры (Donors)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Физические и юридические лица.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ФИО / Наименование организации.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Телефон, Email, фактический адрес.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Дата регистрации в фонде.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2918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2. Проекты (Projects)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965960"/>
            <a:ext cx="29260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Целевые программы фонда.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Целевая и собранная суммы.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Сроки проведения сбора средств.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Статус: Активен, Завершен, Приостановлен.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371600"/>
            <a:ext cx="33832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5087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3. Категории (Categories)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965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Направления благотворительности.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Детское здоровье, медицина, малоимущие, ветераны, животные.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Контроль целостности при удалении.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31920"/>
            <a:ext cx="32918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069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4. Пожертвования (Donations)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2628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Связь донора и целевого проекта.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Сумма, дата и время платежа.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Способ оплаты (карта, счет, нал).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Транзакционное зачисление средств.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29184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0" y="40690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5. Получатели (Recipients)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526280"/>
            <a:ext cx="2926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Граждане и социальные учреждения.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Детальное описание жизненной ситуации.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Категория благотворительности.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Статус: На рассмотрении, Одобрен, Помощь оказана.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931920"/>
            <a:ext cx="3383280" cy="2468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40690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6. Расходы фонда (Expenses)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526280"/>
            <a:ext cx="30175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Списание средств по проекту.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Опциональная привязка к получателю.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Статья расходов (медикаменты, помощь).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Обязательный номер первичного документа.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Проектирование базы данных в MS SQL Server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Схема и ограничения целостности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СУБД: Microsoft SQL Server 2022 / SQLEXPRESS / LocalDB.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Первичные ключи: суррогатные идентификаторы INT IDENTITY(1,1).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Внешние ключи (FOREIGN KEY):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FK_Projects_Categories (ON DELETE RESTRICT)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FK_Recipients_Categories (ON DELETE RESTRICT)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FK_Donations_Donors / Projects (ON DELETE CASCADE)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FK_Expenses_Projects (ON DELETE CASCADE)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FK_Expenses_Recipients (ON DELETE SET NULL)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Ограничения CHECK: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TargetAmount &gt; 0, CurrentAmount &gt;=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Donation.Amount &gt; 0, Expense.Amount &gt; 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Некластеризованные индексы на внешние ключи и даты для ускорения отчетов.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Представления (Views) для аналитики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vw_DonationsSummary — агрегация сумм пожертвований по проектам, подсчет взносов и датировок.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vw_ActiveProjects — расчет выполнения целевого сбора в процентах и остатка средств к сбору.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vw_TopDonors — группировка доноров по суммарному объему помощи с определением максимального взноса.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vw_FundExpenses — балансовый срез: сравнение собранных и списанных сумм с расчетом остатка бюджета.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vw_CategoryAssistance — кросс-аналитика количества проектов, подопечных и финансовых потоков по направлениям.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Полный скрипт развертывания: CharityFund_CreateDB.sql.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Архитектура приложения и стек технологий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Стек технологий и компоненты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Платформа: Microsoft .NET 8 (C# 12).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Графический стек: Windows Forms (.NET Desktop).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СУБД: Microsoft SQL Server (T-SQL).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Драйвер данных: Microsoft.Data.SqlClient (ADO.NET).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Конфигурация: App.config + ConfigurationManager.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Тестирование: xUnit Test Framework + .NET Test SDK.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Экспорт: CSV (RFC 4180 с UTF-8 BOM) + HTML-генерация.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Сборка: чистый dotnet build и поддержка Visual Studio 2022.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Многоуровневая структура проекта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1. Models: POCO-классы домена (Donor, Project, Donation...) и DTO для отчетов с вычисляемыми свойствами.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2. DataAccess: статический фасад DatabaseHelper и 7 репозиториев с параметризованными запросами.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3. Forms: главное окно MainForm (вкладки, фильтрация, события) и специализированные модальные формы.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4. Services: сервис ExportService для независимой выгрузки табличных представлений.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Преимущество ADO.NET на защите: чистый и прозрачный код, каждый SQL-запрос под полным контролем студента, отсутствие «магии» тяжелых ORM.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Транзакционная надежность (ADO.NET SqlTransaction)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Проблема рассинхронизации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В финансовой системе недопустимо раздельное выполнение записи платежа и обновления баланса проекта.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Если при сбое сервера пожертвование добавилось, а баланс проекта не обновился — возникает финансовая коллизия.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Решение: применение SqlTransaction с уровнем изоляции ReadCommitted.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Принцип неделимости (ACID): либо обе операции завершаются успешно (Commit), либо при любой ошибке происходит полный откат (Rollback).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Реализация в DonationRepository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using var conn = DatabaseHelper.CreateConnection();</a:t>
            </a:r>
            <a:br/>
            <a:r>
              <a:t>conn.Open();</a:t>
            </a:r>
            <a:br/>
            <a:r>
              <a:t>using var tx = conn.BeginTransaction();</a:t>
            </a:r>
            <a:br/>
            <a:r>
              <a:t>try {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1. INSERT INTO Donations (...) VALUES (...);</a:t>
            </a:r>
            <a:br/>
            <a:r>
              <a:t>     cmd1.Transaction = tx;</a:t>
            </a:r>
            <a:br/>
            <a:r>
              <a:t>     int newId = cmd1.ExecuteScalar();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2. UPDATE Projects</a:t>
            </a:r>
            <a:br/>
            <a:r>
              <a:t>     SET CurrentAmount = CurrentAmount + @Amount</a:t>
            </a:r>
            <a:br/>
            <a:r>
              <a:t>     WHERE Id = @ProjectId;</a:t>
            </a:r>
            <a:br/>
            <a:r>
              <a:t>     cmd2.Transaction = tx;</a:t>
            </a:r>
            <a:br/>
            <a:r>
              <a:t>     cmd2.ExecuteNonQuery();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tx.Commit();</a:t>
            </a:r>
            <a:br/>
            <a:r>
              <a:t>} catch { tx.Rollback(); throw; }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Аналогичный транзакционный механизм реализован при откате пожертвования (DeleteWithTransaction).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Пользовательский интерфейс системы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Эргономика и дизайн Windows Forms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Стильное лаконичное оформление: цветовая гамма Slate &amp; Royal Blue, отсутствие перегруженности.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Шапка приложения с информацией о студенте и быстрым доступом к настройкам БД.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Таблицы DataGridView с чередующимися строками, подсветкой курсора и автоформатированием денежных сумм (120 000,00 руб.).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Мгновенный поиск по подстроке во всех ключевых реестрах.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Фильтрация по статусам (Активен/Завершен) и временным периодам.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Нижняя строка StatusStrip с онлайн-индикатором соединения.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Удобство настройки и демонстрации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Окно «Параметры БД» (ConnectionSettingsForm):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4 готовых пресета: localhost, .\SQLEXPRESS, LocalDB, Custom.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Кнопка «Проверить подключение» с моментальной диагностикой.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Кнопка «⚡ Развернуть БД из скрипта» — выполняет скрипт CharityFund_CreateDB.sql прямо из приложения!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Модальные диалоговые окна с проверкой обязательных полей, валидацией сумм (&gt; 0) и выбором из связанных справочников.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Безопасное каскадное удаление с предупреждающими диалогами.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5 обязательных аналитических запросов и отчетов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Реализация аналитических выборок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1. Сумма пожертвований: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 Группировка по проектам, количество взносов, общая сумма, даты первого и последнего взноса + фильтр по диапазону дат.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2. Активные проекты: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 Проекты в статусе «Активен», расчет процента сбора (Current/Target * 100) и оставшейся суммы к сбору.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3. Крупнейшие доноры: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 Рейтинг TOP благотворителей по общей сумме помощи с фиксацией максимального разового взноса.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4. Расходы фонда: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 Сравнение собранных средств и фактических списаний по каждому проекту, расчет текущего остатка баланса.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5. Помощь по категориям: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 Распределение проектов, получателей, сумм пожертвований и выплат по направлениям помощи.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Экспорт и документирование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Интерактивное переключение отчетов через выпадающий список.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Автоматический подсчет итоговой сводки в панели управления (Всего собрано, Количество операций, Текущий баланс).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Экспорт в CSV / Excel: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Поддержка кодировки UTF-8 BOM для автоматического открытия кириллицы в Microsoft Excel без кракозябр.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Экспорт в HTML для печати: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Генерация адаптивного адаптивного отчета с фирменной стилизацией и метаданными формирования документа.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  <a:latin typeface="Segoe UI"/>
              </a:defRPr>
            </a:pPr>
            <a:r>
              <a:t>ОТЧЕТ ПО ТЕХНОЛОГИЧЕСКОЙ ПРАКТИКЕ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Segoe UI"/>
              </a:defRPr>
            </a:pPr>
            <a:r>
              <a:t>Контроль качества и модульное тестирование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Набор тестов (CharityFundApp.Tests)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75487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Использован современный тестовый фреймворк xUnit.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Группа 1: Валидация вычислений доменных моделей: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Корректность расчета Project.CompletionPercentage.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Обработка нулевой цели сбора (деление на ноль исключено).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Корректность вычисления остатка Project.RemainingAmount.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Обработка ситуации сбора сверх цели (Overfunding).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Группа 2: Расчет аналитических показателей: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Проверка формулы баланса расходов (Собрано - Израсходовано).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Сортировка и агрегация рейтинга благотворителей.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Группа 3: Целостность скрипта базы данных: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  • Проверка наличия всех 6 таблиц и 5 представлений.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508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Результаты прогона тестов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Команда выполнения: dotnet test CharityFundApp.sln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Пройдено тестов: 12 из 12 (100%).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Ошибок: 0.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Время выполнения: 32 мс.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Сборка: 0 предупреждений, 0 ошибок компилятора.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• Подтверждена корректность алгоритмической логики и надежность программного кода перед защитой.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10362895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234439"/>
            <a:ext cx="99971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Segoe UI"/>
              </a:defRPr>
            </a:pPr>
            <a:r>
              <a:t>Итоги выполнения индивидуального задания практики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91640"/>
            <a:ext cx="9997135" cy="3154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Полностью спроектирована и реализована ИС «Благотворительный фонд» на C# / .NET 8 (Windows Forms).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Развернута база данных «CharityFundDB» в MS SQL Server с 6 таблицами, внешними ключами и 5 VIEW.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Реализован чистый и прозрачный доступ через ADO.NET (параметризованные запросы, SqlTransaction).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Реализованы все операции добавления, изменения, удаления и просмотра для каждой сущности.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Реализованы 5 аналитических отчетов с интерактивной фильтрацией и экспортом в CSV / HTML.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Подготовлен структурированный отчет по практике (.docx) в строгом соответствии с требованиями кафедры ПОВТ.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Segoe UI"/>
              </a:defRPr>
            </a:pPr>
            <a:r>
              <a:t>✔ Разработан комплект слайдов (.pptx) для уверенной и наглядной защиты проекта.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212080"/>
            <a:ext cx="10362895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Segoe UI"/>
              </a:defRPr>
            </a:pPr>
            <a:r>
              <a:t>СПАСИБО ЗА ВНИМАНИЕ!</a:t>
            </a:r>
          </a:p>
          <a:p>
            <a:pPr algn="ctr">
              <a:defRPr sz="1300">
                <a:solidFill>
                  <a:srgbClr val="F59E0B"/>
                </a:solidFill>
                <a:latin typeface="Segoe UI"/>
              </a:defRPr>
            </a:pPr>
            <a:r>
              <a:t>Готов ответить на ваши вопросы. Афанасьев М.А., гр. ФТ24ДР62ПИ, ПГУ им. Т.Г. Шевченко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